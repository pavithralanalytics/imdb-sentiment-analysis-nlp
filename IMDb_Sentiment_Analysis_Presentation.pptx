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1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4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7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8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9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1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7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8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9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1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2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Sentiment Analysis on IMDb Movie Reviews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Using NLP &amp; Machine Learning</a:t>
            </a:r>
          </a:p>
          <a:p>
            <a:r>
              <a:rPr lang="en-IN" dirty="0"/>
              <a:t>Data </a:t>
            </a:r>
            <a:r>
              <a:rPr dirty="0"/>
              <a:t>Analytics Project</a:t>
            </a:r>
            <a:endParaRPr lang="en-IN" dirty="0"/>
          </a:p>
          <a:p>
            <a:r>
              <a:rPr lang="en-IN" dirty="0"/>
              <a:t>Pavithra L</a:t>
            </a:r>
            <a:br>
              <a:rPr lang="en-IN" dirty="0"/>
            </a:br>
            <a:r>
              <a:rPr lang="en-IN" dirty="0"/>
              <a:t>pavithral.analytics@gmail.com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IMDb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IMDb 50,000 Movie Reviews</a:t>
            </a:r>
          </a:p>
          <a:p>
            <a:r>
              <a:t>• Source: Kaggle</a:t>
            </a:r>
          </a:p>
          <a:p>
            <a:r>
              <a:t>• Balanced dataset (25k Positive / 25k Negative)</a:t>
            </a:r>
          </a:p>
          <a:p>
            <a:r>
              <a:t>• Text-based movie reviews</a:t>
            </a:r>
          </a:p>
          <a:p>
            <a:r>
              <a:t>• Binary Sentiment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(IMDb Reviews)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reviews to lowercase</a:t>
            </a:r>
          </a:p>
          <a:p>
            <a:r>
              <a:t>• Removed HTML tags</a:t>
            </a:r>
          </a:p>
          <a:p>
            <a:r>
              <a:t>• Removed special characters</a:t>
            </a:r>
          </a:p>
          <a:p>
            <a:r>
              <a:t>• Removed stopwords using NLTK</a:t>
            </a:r>
          </a:p>
          <a:p>
            <a:r>
              <a:t>• Cleaned text stored in new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Applied TF-IDF Vectorization</a:t>
            </a:r>
          </a:p>
          <a:p>
            <a:r>
              <a:t>• Train-Test Split (80%-20%)</a:t>
            </a:r>
          </a:p>
          <a:p>
            <a:r>
              <a:t>• Model Used: Logistic Regression</a:t>
            </a:r>
          </a:p>
          <a:p>
            <a:r>
              <a:t>• Predicted Sentiment (Positive/Negative)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 on IMDb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Achieved: ~87% - 90%</a:t>
            </a:r>
          </a:p>
          <a:p>
            <a:r>
              <a:t>• Evaluated using Classification Report</a:t>
            </a:r>
          </a:p>
          <a:p>
            <a:r>
              <a:t>• Confusion Matrix Analysis</a:t>
            </a:r>
          </a:p>
          <a:p>
            <a:r>
              <a:t>• Strong performance in detecting sentiment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from IMDb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OTT platforms analyze viewer feedback</a:t>
            </a:r>
          </a:p>
          <a:p>
            <a:r>
              <a:t>• Identifies negative trends quickly</a:t>
            </a:r>
          </a:p>
          <a:p>
            <a:r>
              <a:t>• Supports marketing decision-making</a:t>
            </a:r>
          </a:p>
          <a:p>
            <a:r>
              <a:t>• Can be extended to product reviews &amp; social media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</TotalTime>
  <Words>180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Rockwell</vt:lpstr>
      <vt:lpstr>Rockwell Condensed</vt:lpstr>
      <vt:lpstr>Wingdings</vt:lpstr>
      <vt:lpstr>Wood Type</vt:lpstr>
      <vt:lpstr>Sentiment Analysis on IMDb Movie Reviews</vt:lpstr>
      <vt:lpstr>About IMDb Dataset</vt:lpstr>
      <vt:lpstr>Data Preprocessing (IMDb Reviews)</vt:lpstr>
      <vt:lpstr>Feature Engineering &amp; Model Training</vt:lpstr>
      <vt:lpstr>Model Results on IMDb Dataset</vt:lpstr>
      <vt:lpstr>Business Insights from IMDb Sentiment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L</cp:lastModifiedBy>
  <cp:revision>2</cp:revision>
  <dcterms:created xsi:type="dcterms:W3CDTF">2013-01-27T09:14:16Z</dcterms:created>
  <dcterms:modified xsi:type="dcterms:W3CDTF">2026-02-15T07:34:12Z</dcterms:modified>
  <cp:category/>
</cp:coreProperties>
</file>